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0"/>
    <p:restoredTop sz="94724"/>
  </p:normalViewPr>
  <p:slideViewPr>
    <p:cSldViewPr snapToGrid="0">
      <p:cViewPr>
        <p:scale>
          <a:sx n="140" d="100"/>
          <a:sy n="140" d="100"/>
        </p:scale>
        <p:origin x="-13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F9B8-B7FE-B894-811F-F93C043FB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BB045-CC91-46A3-4061-452E1F39D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BE95C-6537-2A3E-F964-FE4BBA85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9A38-453C-C065-32F9-7102FC14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62965-7376-BD45-D45F-7A330540D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70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D6AB-60E8-F61B-8930-D3C6ED2A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C77B0-933D-13DC-C880-ACE86A51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76DA3-9714-014E-D4B0-1D239F83A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DD128-4E79-A930-94AD-AD96A911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30851-C6B2-89C1-C5D8-9F6D5B0C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2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B81E-250E-4188-4B53-098861A6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7E5CA-F1CC-C530-5C39-9FD2C34E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218DC-C3FA-DB1D-9684-E784B7D9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D1A0D-31C9-BC8F-B584-5BF27441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81214-6291-8C8C-3A9E-D65F6CB3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1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1118-5E24-771F-5F97-783940F7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E540-6FC3-B450-C8E0-FFCAE7EC2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8DE03-2D1D-6D2A-31C6-692E35D76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43B99-BA37-624F-C77B-3B18579D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26166-DFE5-44CB-7AA7-2621D6A1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19458-8B97-8168-E3DF-F32C1070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6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75FA-6653-D144-89E6-08E96D8C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66166-EEF2-D963-F184-D6FDB64FA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82489-BCA3-8A8A-6981-A4B95C04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B5519-FE8D-9A0C-2CFD-A0A0E89E6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E6D06-1BD8-2142-2C83-7E93EC611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617CE-7A5E-6ACB-DB4B-819CC7AF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13D41-AAC5-B0C0-7CE1-24DC2AF5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73886-C694-BA4C-3F19-C730510E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7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E512-DB15-C7B1-84B7-EDE4816E2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93CF6-0A13-74F3-476B-CC1DBB2C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E53F7-0739-40FF-BEFF-0178DD530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75D57-63E4-387E-FDFF-7F8B302B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1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599C5-6214-CDD3-30BC-4AED44E63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C2967-767F-7CFD-505F-BDC5E2E4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F9B0B-126C-74C4-89E3-C67BBBB1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5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928F-86E1-AE5E-43A9-BFAE9E3C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726F-E9D9-81BE-D2C5-3A7ED256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761AA-00F3-489C-F389-F1E0EF4F9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21378-5E0D-C88B-A8B3-1A3D79BA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2F52B-00A8-1F32-4040-74E29EEE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A6BBD-AACD-822A-8D08-6CBB57A6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05E3-A778-8222-4C95-1D64C470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DAF0-27C1-53C3-AFD6-F986699A9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8EE38-AA83-1062-65D9-6C768AC23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412B0-5A5E-B420-003C-090DDDBF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4CDFD-004D-06DE-3ECA-BA41AAC2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AE5EF-39F4-1FB6-780A-0ED35376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7A0B-E658-9592-BF76-1388B574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44836-BCEC-3FF3-E7B6-1B1CD322F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44122-DDD7-84B5-000C-7C080118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4B063-3FE4-FAA5-085D-D9BB13D3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FF74-5E3B-E8EA-726D-81981E2A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6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CB79B-D5C1-0B1A-AF80-0BF308DCA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0139F-87C7-BFE3-4BD3-69CB85A49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981BC-1BBA-4DA2-EE26-DC4DE875B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2E645-F236-8B71-EDEB-CBD60B8D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24892-135A-5FAB-03B5-33E5A8CE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2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1BFEC-1558-98C4-7E21-173E9CF2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2532F-3F7C-0DBF-C4DF-3D10FFDC9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998-2613-2DD5-63DD-538636F03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12F71-11D2-3944-8378-73481D8E41A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F718-4DF7-5A4E-7CC5-04D61E4D7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937A-8B03-E1A7-2EA4-54911EF12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C5148-2E67-1447-A834-A9F63B66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9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6C36BB-1126-20FA-E667-0FFD79D10B69}"/>
              </a:ext>
            </a:extLst>
          </p:cNvPr>
          <p:cNvSpPr/>
          <p:nvPr/>
        </p:nvSpPr>
        <p:spPr>
          <a:xfrm>
            <a:off x="746927" y="386442"/>
            <a:ext cx="3363686" cy="60851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86B4B0-D492-7CC4-7680-793E10876CCB}"/>
              </a:ext>
            </a:extLst>
          </p:cNvPr>
          <p:cNvSpPr/>
          <p:nvPr/>
        </p:nvSpPr>
        <p:spPr>
          <a:xfrm>
            <a:off x="1008529" y="477371"/>
            <a:ext cx="2817159" cy="61856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Logged in as:</a:t>
            </a: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[User name]</a:t>
            </a: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Date DD MMMM YYYY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E52AC9-C665-AF1B-E0B3-C22389B1A0D3}"/>
              </a:ext>
            </a:extLst>
          </p:cNvPr>
          <p:cNvSpPr/>
          <p:nvPr/>
        </p:nvSpPr>
        <p:spPr>
          <a:xfrm>
            <a:off x="1075765" y="551329"/>
            <a:ext cx="437029" cy="4370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12026-AAF7-B6C8-305A-02F8137C53E1}"/>
              </a:ext>
            </a:extLst>
          </p:cNvPr>
          <p:cNvSpPr txBox="1"/>
          <p:nvPr/>
        </p:nvSpPr>
        <p:spPr>
          <a:xfrm>
            <a:off x="949594" y="1386826"/>
            <a:ext cx="295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Health Tracker Dashboard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8DC0D3-A3CE-6612-2545-1D265B5753C5}"/>
              </a:ext>
            </a:extLst>
          </p:cNvPr>
          <p:cNvSpPr/>
          <p:nvPr/>
        </p:nvSpPr>
        <p:spPr>
          <a:xfrm>
            <a:off x="949594" y="2064124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Medication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07D74F-8BEE-4D04-DB19-84AF19381805}"/>
              </a:ext>
            </a:extLst>
          </p:cNvPr>
          <p:cNvSpPr/>
          <p:nvPr/>
        </p:nvSpPr>
        <p:spPr>
          <a:xfrm>
            <a:off x="2530104" y="2064123"/>
            <a:ext cx="1417088" cy="11564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Symptom Tracker</a:t>
            </a:r>
            <a:b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(Coming soon)</a:t>
            </a:r>
            <a:endParaRPr lang="en-GB" sz="14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8DBA18-6E07-D056-D095-3BFEC0809EB0}"/>
              </a:ext>
            </a:extLst>
          </p:cNvPr>
          <p:cNvSpPr/>
          <p:nvPr/>
        </p:nvSpPr>
        <p:spPr>
          <a:xfrm>
            <a:off x="949594" y="3299012"/>
            <a:ext cx="1417088" cy="11564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Bowel and Urine Tracker</a:t>
            </a:r>
            <a:b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1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(Coming soon)</a:t>
            </a:r>
            <a:endParaRPr lang="en-GB" sz="14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BC0207-D4D3-B264-6832-A7E03FD1B4BB}"/>
              </a:ext>
            </a:extLst>
          </p:cNvPr>
          <p:cNvSpPr/>
          <p:nvPr/>
        </p:nvSpPr>
        <p:spPr>
          <a:xfrm>
            <a:off x="2530104" y="3299012"/>
            <a:ext cx="1417088" cy="11564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Food diary</a:t>
            </a:r>
            <a:b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1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(Coming soon)</a:t>
            </a:r>
            <a:endParaRPr lang="en-GB" sz="14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A9771E-096C-9E56-B576-89F5FE8CCECA}"/>
              </a:ext>
            </a:extLst>
          </p:cNvPr>
          <p:cNvSpPr/>
          <p:nvPr/>
        </p:nvSpPr>
        <p:spPr>
          <a:xfrm>
            <a:off x="929971" y="5606302"/>
            <a:ext cx="2997598" cy="470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Graphic 17" descr="Home outline">
            <a:extLst>
              <a:ext uri="{FF2B5EF4-FFF2-40B4-BE49-F238E27FC236}">
                <a16:creationId xmlns:a16="http://schemas.microsoft.com/office/drawing/2014/main" id="{7E3588A6-C4C5-D65D-5086-D51FC2284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594" y="5606302"/>
            <a:ext cx="401835" cy="401835"/>
          </a:xfrm>
          <a:prstGeom prst="rect">
            <a:avLst/>
          </a:prstGeom>
        </p:spPr>
      </p:pic>
      <p:pic>
        <p:nvPicPr>
          <p:cNvPr id="20" name="Graphic 19" descr="Single gear with solid fill">
            <a:extLst>
              <a:ext uri="{FF2B5EF4-FFF2-40B4-BE49-F238E27FC236}">
                <a16:creationId xmlns:a16="http://schemas.microsoft.com/office/drawing/2014/main" id="{25A58C36-4192-B9CE-6BEB-AC5B32EE7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814" y="5606301"/>
            <a:ext cx="470648" cy="470648"/>
          </a:xfrm>
          <a:prstGeom prst="rect">
            <a:avLst/>
          </a:prstGeom>
        </p:spPr>
      </p:pic>
      <p:pic>
        <p:nvPicPr>
          <p:cNvPr id="22" name="Graphic 21" descr="Bell with solid fill">
            <a:extLst>
              <a:ext uri="{FF2B5EF4-FFF2-40B4-BE49-F238E27FC236}">
                <a16:creationId xmlns:a16="http://schemas.microsoft.com/office/drawing/2014/main" id="{18D02579-71A8-275C-737C-695ED549C2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93462" y="5634095"/>
            <a:ext cx="415060" cy="41506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6E99482-915F-D690-635C-E8834631A54F}"/>
              </a:ext>
            </a:extLst>
          </p:cNvPr>
          <p:cNvSpPr/>
          <p:nvPr/>
        </p:nvSpPr>
        <p:spPr>
          <a:xfrm>
            <a:off x="4432648" y="386442"/>
            <a:ext cx="3363686" cy="60851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26A54F8-9A93-F3BF-E9EE-4D22973FE7AA}"/>
              </a:ext>
            </a:extLst>
          </p:cNvPr>
          <p:cNvSpPr/>
          <p:nvPr/>
        </p:nvSpPr>
        <p:spPr>
          <a:xfrm>
            <a:off x="4694250" y="477371"/>
            <a:ext cx="2817159" cy="61856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Logged in as:</a:t>
            </a: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[User name]</a:t>
            </a: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Date DD MMMM YYYY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F4E4ADD-4B80-CA37-059E-E28847E5D373}"/>
              </a:ext>
            </a:extLst>
          </p:cNvPr>
          <p:cNvSpPr/>
          <p:nvPr/>
        </p:nvSpPr>
        <p:spPr>
          <a:xfrm>
            <a:off x="4761486" y="551329"/>
            <a:ext cx="437029" cy="4370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369649-F1FA-2AC3-6CE3-B428F2A7268D}"/>
              </a:ext>
            </a:extLst>
          </p:cNvPr>
          <p:cNvSpPr txBox="1"/>
          <p:nvPr/>
        </p:nvSpPr>
        <p:spPr>
          <a:xfrm>
            <a:off x="4635315" y="1386826"/>
            <a:ext cx="295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Medication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A219C5B-9110-5ABE-A444-0A49D18F5B76}"/>
              </a:ext>
            </a:extLst>
          </p:cNvPr>
          <p:cNvSpPr/>
          <p:nvPr/>
        </p:nvSpPr>
        <p:spPr>
          <a:xfrm>
            <a:off x="4635315" y="2064124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View schedule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ABC8AAB-51D8-7BA6-A342-9ECE899A5FB6}"/>
              </a:ext>
            </a:extLst>
          </p:cNvPr>
          <p:cNvSpPr/>
          <p:nvPr/>
        </p:nvSpPr>
        <p:spPr>
          <a:xfrm>
            <a:off x="4615692" y="5606302"/>
            <a:ext cx="2997598" cy="470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2" name="Graphic 31" descr="Home outline">
            <a:extLst>
              <a:ext uri="{FF2B5EF4-FFF2-40B4-BE49-F238E27FC236}">
                <a16:creationId xmlns:a16="http://schemas.microsoft.com/office/drawing/2014/main" id="{4241D15C-DFB0-07B1-F746-838F63C4D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5315" y="5606302"/>
            <a:ext cx="401835" cy="401835"/>
          </a:xfrm>
          <a:prstGeom prst="rect">
            <a:avLst/>
          </a:prstGeom>
        </p:spPr>
      </p:pic>
      <p:pic>
        <p:nvPicPr>
          <p:cNvPr id="33" name="Graphic 32" descr="Single gear with solid fill">
            <a:extLst>
              <a:ext uri="{FF2B5EF4-FFF2-40B4-BE49-F238E27FC236}">
                <a16:creationId xmlns:a16="http://schemas.microsoft.com/office/drawing/2014/main" id="{2310D86B-DC09-F603-DCD6-3BF8AE8AC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8535" y="5606301"/>
            <a:ext cx="470648" cy="470648"/>
          </a:xfrm>
          <a:prstGeom prst="rect">
            <a:avLst/>
          </a:prstGeom>
        </p:spPr>
      </p:pic>
      <p:pic>
        <p:nvPicPr>
          <p:cNvPr id="34" name="Graphic 33" descr="Bell with solid fill">
            <a:extLst>
              <a:ext uri="{FF2B5EF4-FFF2-40B4-BE49-F238E27FC236}">
                <a16:creationId xmlns:a16="http://schemas.microsoft.com/office/drawing/2014/main" id="{6EF9EDC3-F0DE-B01A-AB6E-87334CA117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9183" y="5634095"/>
            <a:ext cx="415060" cy="415060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B76208C-EC17-0084-17FF-1B0C5DC22809}"/>
              </a:ext>
            </a:extLst>
          </p:cNvPr>
          <p:cNvSpPr/>
          <p:nvPr/>
        </p:nvSpPr>
        <p:spPr>
          <a:xfrm>
            <a:off x="6215824" y="2064123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Manage medications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F54A2F6-2AD3-61AF-B7D9-3E1AE3C96CF3}"/>
              </a:ext>
            </a:extLst>
          </p:cNvPr>
          <p:cNvSpPr/>
          <p:nvPr/>
        </p:nvSpPr>
        <p:spPr>
          <a:xfrm>
            <a:off x="4678912" y="3299012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Log medication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149288C-18F3-0205-D5D0-406518D89BB1}"/>
              </a:ext>
            </a:extLst>
          </p:cNvPr>
          <p:cNvSpPr/>
          <p:nvPr/>
        </p:nvSpPr>
        <p:spPr>
          <a:xfrm>
            <a:off x="6215824" y="3299012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Activity and Compliance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83CC35A-EECF-8F5B-1124-9AD578B3224A}"/>
              </a:ext>
            </a:extLst>
          </p:cNvPr>
          <p:cNvSpPr/>
          <p:nvPr/>
        </p:nvSpPr>
        <p:spPr>
          <a:xfrm>
            <a:off x="8057936" y="386442"/>
            <a:ext cx="3363686" cy="60851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815BD20-ECAC-4664-BCB8-1EBAD2A82B25}"/>
              </a:ext>
            </a:extLst>
          </p:cNvPr>
          <p:cNvSpPr/>
          <p:nvPr/>
        </p:nvSpPr>
        <p:spPr>
          <a:xfrm>
            <a:off x="8319538" y="477371"/>
            <a:ext cx="2817159" cy="61856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Logged in as:</a:t>
            </a: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[User name]</a:t>
            </a: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Date DD MMMM YYYY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8C462DC-49FD-44DA-2E3F-4335B57E7A53}"/>
              </a:ext>
            </a:extLst>
          </p:cNvPr>
          <p:cNvSpPr/>
          <p:nvPr/>
        </p:nvSpPr>
        <p:spPr>
          <a:xfrm>
            <a:off x="8386774" y="551329"/>
            <a:ext cx="437029" cy="4370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E97FA1-5707-70FE-3156-6B33E56A5468}"/>
              </a:ext>
            </a:extLst>
          </p:cNvPr>
          <p:cNvSpPr txBox="1"/>
          <p:nvPr/>
        </p:nvSpPr>
        <p:spPr>
          <a:xfrm>
            <a:off x="8260603" y="1386826"/>
            <a:ext cx="295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Settings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0F6F92F-2DCD-C2CE-2015-EDD67CE2E391}"/>
              </a:ext>
            </a:extLst>
          </p:cNvPr>
          <p:cNvSpPr/>
          <p:nvPr/>
        </p:nvSpPr>
        <p:spPr>
          <a:xfrm>
            <a:off x="8260603" y="2064124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Linked users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C45A7AC-47EF-25E8-C3B3-49E9EDCB6DC9}"/>
              </a:ext>
            </a:extLst>
          </p:cNvPr>
          <p:cNvSpPr/>
          <p:nvPr/>
        </p:nvSpPr>
        <p:spPr>
          <a:xfrm>
            <a:off x="8240980" y="5606302"/>
            <a:ext cx="2997598" cy="470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4" name="Graphic 43" descr="Home outline">
            <a:extLst>
              <a:ext uri="{FF2B5EF4-FFF2-40B4-BE49-F238E27FC236}">
                <a16:creationId xmlns:a16="http://schemas.microsoft.com/office/drawing/2014/main" id="{1F7AECF4-ACB0-A0DC-1F35-69EC7583E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0603" y="5606302"/>
            <a:ext cx="401835" cy="401835"/>
          </a:xfrm>
          <a:prstGeom prst="rect">
            <a:avLst/>
          </a:prstGeom>
        </p:spPr>
      </p:pic>
      <p:pic>
        <p:nvPicPr>
          <p:cNvPr id="45" name="Graphic 44" descr="Single gear with solid fill">
            <a:extLst>
              <a:ext uri="{FF2B5EF4-FFF2-40B4-BE49-F238E27FC236}">
                <a16:creationId xmlns:a16="http://schemas.microsoft.com/office/drawing/2014/main" id="{5EE3F8BD-DEB8-DC8F-E017-702661B4F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3823" y="5606301"/>
            <a:ext cx="470648" cy="470648"/>
          </a:xfrm>
          <a:prstGeom prst="rect">
            <a:avLst/>
          </a:prstGeom>
        </p:spPr>
      </p:pic>
      <p:pic>
        <p:nvPicPr>
          <p:cNvPr id="46" name="Graphic 45" descr="Bell with solid fill">
            <a:extLst>
              <a:ext uri="{FF2B5EF4-FFF2-40B4-BE49-F238E27FC236}">
                <a16:creationId xmlns:a16="http://schemas.microsoft.com/office/drawing/2014/main" id="{89FE40FB-6CC0-5B70-D4DF-FFC1798F02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4471" y="5634095"/>
            <a:ext cx="415060" cy="41506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33A4838-C151-A437-6BBD-E5102F48631F}"/>
              </a:ext>
            </a:extLst>
          </p:cNvPr>
          <p:cNvSpPr/>
          <p:nvPr/>
        </p:nvSpPr>
        <p:spPr>
          <a:xfrm>
            <a:off x="9841112" y="2064123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D2A91B6-00C5-33A5-7146-1C4FBC9FE8FF}"/>
              </a:ext>
            </a:extLst>
          </p:cNvPr>
          <p:cNvSpPr/>
          <p:nvPr/>
        </p:nvSpPr>
        <p:spPr>
          <a:xfrm>
            <a:off x="8304200" y="3299012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Preferences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5C78198-63CB-F253-36F5-76E8C6907965}"/>
              </a:ext>
            </a:extLst>
          </p:cNvPr>
          <p:cNvSpPr/>
          <p:nvPr/>
        </p:nvSpPr>
        <p:spPr>
          <a:xfrm>
            <a:off x="9841112" y="3299012"/>
            <a:ext cx="1417088" cy="11564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Security</a:t>
            </a:r>
          </a:p>
        </p:txBody>
      </p:sp>
      <p:pic>
        <p:nvPicPr>
          <p:cNvPr id="51" name="Graphic 50" descr="User with solid fill">
            <a:extLst>
              <a:ext uri="{FF2B5EF4-FFF2-40B4-BE49-F238E27FC236}">
                <a16:creationId xmlns:a16="http://schemas.microsoft.com/office/drawing/2014/main" id="{2F00F5FB-A28C-022F-9CC2-A421E18493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19532" y="5606301"/>
            <a:ext cx="470648" cy="470648"/>
          </a:xfrm>
          <a:prstGeom prst="rect">
            <a:avLst/>
          </a:prstGeom>
        </p:spPr>
      </p:pic>
      <p:pic>
        <p:nvPicPr>
          <p:cNvPr id="52" name="Graphic 51" descr="User with solid fill">
            <a:extLst>
              <a:ext uri="{FF2B5EF4-FFF2-40B4-BE49-F238E27FC236}">
                <a16:creationId xmlns:a16="http://schemas.microsoft.com/office/drawing/2014/main" id="{C5A5DC2C-7E7A-A95D-FB0E-E4630C2E04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8058" y="5597686"/>
            <a:ext cx="470648" cy="470648"/>
          </a:xfrm>
          <a:prstGeom prst="rect">
            <a:avLst/>
          </a:prstGeom>
        </p:spPr>
      </p:pic>
      <p:pic>
        <p:nvPicPr>
          <p:cNvPr id="53" name="Graphic 52" descr="User with solid fill">
            <a:extLst>
              <a:ext uri="{FF2B5EF4-FFF2-40B4-BE49-F238E27FC236}">
                <a16:creationId xmlns:a16="http://schemas.microsoft.com/office/drawing/2014/main" id="{2D825608-06E2-B599-E148-783FF7C0C9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68271" y="5606301"/>
            <a:ext cx="470648" cy="47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88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Conroy</dc:creator>
  <cp:lastModifiedBy>Ian Conroy</cp:lastModifiedBy>
  <cp:revision>1</cp:revision>
  <dcterms:created xsi:type="dcterms:W3CDTF">2026-02-10T21:39:05Z</dcterms:created>
  <dcterms:modified xsi:type="dcterms:W3CDTF">2026-02-10T21:54:23Z</dcterms:modified>
</cp:coreProperties>
</file>